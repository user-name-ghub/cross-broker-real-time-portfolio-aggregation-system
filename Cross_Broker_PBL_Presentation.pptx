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6629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640080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100" b="1">
                <a:solidFill>
                  <a:srgbClr val="16233A"/>
                </a:solidFill>
                <a:latin typeface="Aptos"/>
              </a:defRPr>
            </a:pPr>
            <a:r>
              <a:t>Cross-Broker</a:t>
            </a:r>
            <a:br/>
            <a:r>
              <a:t>Real-Time Portfolio</a:t>
            </a:r>
            <a:br/>
            <a:r>
              <a:t>Aggregation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62179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0">
                <a:solidFill>
                  <a:srgbClr val="646E7A"/>
                </a:solidFill>
                <a:latin typeface="Aptos"/>
              </a:defRPr>
            </a:pPr>
            <a:r>
              <a:t>A unified platform for viewing, processing and comparing investments across multiple broker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1417320" cy="3474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18787"/>
            <a:ext cx="1417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PYTHON + C++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977639"/>
            <a:ext cx="1417320" cy="3474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4018787"/>
            <a:ext cx="1417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TCP / IPC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3977639"/>
            <a:ext cx="1417320" cy="3474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018787"/>
            <a:ext cx="1417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OOP + DSA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6217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28303A"/>
                </a:solidFill>
                <a:latin typeface="Aptos"/>
              </a:defRPr>
            </a:pPr>
            <a:r>
              <a:t>Team: Avengers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6217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646E7A"/>
                </a:solidFill>
                <a:latin typeface="Aptos"/>
              </a:defRPr>
            </a:pPr>
            <a:r>
              <a:t>Uday Raj Singh  •  Soumy Jalal  •  Saksham Jain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822960"/>
            <a:ext cx="2926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32588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572768"/>
            <a:ext cx="2468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Portfolio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14884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Invested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404872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₹ 4,82,500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97180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Current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27832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₹ 5,31,240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79476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P/L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050792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2F7A52"/>
                </a:solidFill>
                <a:latin typeface="Aptos"/>
              </a:defRPr>
            </a:pPr>
            <a:r>
              <a:t>+ ₹ 48,740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4663440"/>
            <a:ext cx="228600" cy="4114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4272" y="4434840"/>
            <a:ext cx="228600" cy="6400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7463" y="4572000"/>
            <a:ext cx="228600" cy="50292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0655" y="4206240"/>
            <a:ext cx="228600" cy="86868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13848" y="4361688"/>
            <a:ext cx="228600" cy="713232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607040" y="4069079"/>
            <a:ext cx="228600" cy="10058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5230368"/>
            <a:ext cx="2468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Broker-wise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Why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The problem is simple: portfolio information is distributed across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64008" cy="18288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Fragmented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Holdings, trades, prices and account values are maintained separately by different broker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64008" cy="18288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Repeated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0487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Users have to open multiple applications, compare figures manually and build their own overall picture.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830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83080"/>
            <a:ext cx="64008" cy="18288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Limited consolidated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0487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A single view of invested value, current value, profit/loss and broker-wise performance is not readily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789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6233A"/>
                </a:solidFill>
                <a:latin typeface="Aptos"/>
              </a:defRPr>
            </a:pPr>
            <a:r>
              <a:t>Project motivation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10424160" cy="1417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28303A"/>
                </a:solidFill>
                <a:latin typeface="Aptos"/>
              </a:defRPr>
            </a:pPr>
            <a:r>
              <a:t>• Create one place to monitor investments from multiple brokers.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28303A"/>
                </a:solidFill>
                <a:latin typeface="Aptos"/>
              </a:defRPr>
            </a:pPr>
            <a:r>
              <a:t>• Reduce manual comparison and provide consistent portfolio calculations.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28303A"/>
                </a:solidFill>
                <a:latin typeface="Aptos"/>
              </a:defRPr>
            </a:pPr>
            <a:r>
              <a:t>• Combine portfolio information with market data and relevant news.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572000"/>
            <a:ext cx="3657600" cy="1143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773168"/>
            <a:ext cx="32004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2B5B8C"/>
                </a:solidFill>
                <a:latin typeface="Aptos"/>
              </a:defRPr>
            </a:pPr>
            <a:r>
              <a:t>Goal: turn scattered investment data into one clear, usable portfolio 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The system is planned as a practical integration of networking, software design and data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96596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Collect permitted data from multiple broker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96596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Transfer structured data between Python and C++ through TCP sockets.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7830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84248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96596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4144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Parse and organize data using C++ and OOP.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04487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88620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6168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Use Linked List and BST structures for trade records and ticker lookup.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04487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88620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6168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Calculate holdings, invested/current value and profit/loss.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04487"/>
            <a:ext cx="438912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3886200"/>
            <a:ext cx="2377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61688"/>
            <a:ext cx="29718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28303A"/>
                </a:solidFill>
                <a:latin typeface="Aptos"/>
              </a:defRPr>
            </a:pPr>
            <a:r>
              <a:t>Display a unified, broker-wise portfolio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How the system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A hybrid architecture separates data collection from core processing.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349240"/>
            <a:ext cx="106984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50" b="0">
                <a:solidFill>
                  <a:srgbClr val="646E7A"/>
                </a:solidFill>
                <a:latin typeface="Aptos"/>
              </a:defRPr>
            </a:pPr>
            <a:r>
              <a:t>Python focuses on external communication and data collection. C++ handles parsing, data organization and portfolio logic. The dashboard consumes the processed results.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1874519"/>
            <a:ext cx="19659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2075688"/>
            <a:ext cx="1819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6233A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1874519"/>
            <a:ext cx="19659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075688"/>
            <a:ext cx="1819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6233A"/>
                </a:solidFill>
                <a:latin typeface="Aptos"/>
              </a:defRPr>
            </a:pPr>
            <a:r>
              <a:t>Python Network Engine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2120" y="1874519"/>
            <a:ext cx="1691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2075688"/>
            <a:ext cx="1545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6233A"/>
                </a:solidFill>
                <a:latin typeface="Aptos"/>
              </a:defRPr>
            </a:pPr>
            <a:r>
              <a:t>TCP Socket / IPC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26679" y="1874519"/>
            <a:ext cx="1874519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9831" y="2075688"/>
            <a:ext cx="1728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6233A"/>
                </a:solidFill>
                <a:latin typeface="Aptos"/>
              </a:defRPr>
            </a:pPr>
            <a:r>
              <a:t>C++ Core Processor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04120" y="1874519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77272" y="2075688"/>
            <a:ext cx="1362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6233A"/>
                </a:solidFill>
                <a:latin typeface="Aptos"/>
              </a:defRPr>
            </a:pPr>
            <a:r>
              <a:t>Web Dashboard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87751" y="2286000"/>
            <a:ext cx="448057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56632" y="2286000"/>
            <a:ext cx="448056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51192" y="2286000"/>
            <a:ext cx="448056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28632" y="2286000"/>
            <a:ext cx="448056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965960" y="3886200"/>
            <a:ext cx="146304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79" y="4105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Parser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7639" y="3886200"/>
            <a:ext cx="182880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59" y="41056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Singly Linked List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3886200"/>
            <a:ext cx="123444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41056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BST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3886200"/>
            <a:ext cx="182880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1056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Portfolio Manager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456432" y="4251960"/>
            <a:ext cx="493775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833872" y="4251960"/>
            <a:ext cx="585216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08392" y="4251960"/>
            <a:ext cx="813816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659368" y="2724912"/>
            <a:ext cx="0" cy="1115568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A"/>
                </a:solidFill>
                <a:latin typeface="Aptos"/>
              </a:defRPr>
            </a:pPr>
            <a:r>
              <a:t>Python handles external communication and data collection; C++ handles parsing, data organization and portfolio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Selected technologies support both the academic requirements and the planned web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HTML • CSS • JavaScript • React.js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Responsive portfolio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2140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Python • Flask /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4144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API layer and network/data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Core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OOP, parsing and portfolio calculations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6440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3872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TCP/IP • REST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5876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Python ↔ C++ IPC and service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8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8172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560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Singly Linked List • BST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7608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Trade history and ticker-based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2628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1325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2B5B8C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56048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6233A"/>
                </a:solidFill>
                <a:latin typeface="Aptos"/>
              </a:defRPr>
            </a:pPr>
            <a:r>
              <a:t>MySQL / 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76088"/>
            <a:ext cx="4617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80" b="0">
                <a:solidFill>
                  <a:srgbClr val="646E7A"/>
                </a:solidFill>
                <a:latin typeface="Aptos"/>
              </a:defRPr>
            </a:pPr>
            <a:r>
              <a:t>Persistent portfolio and user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646E7A"/>
                </a:solidFill>
                <a:latin typeface="Aptos"/>
              </a:defRPr>
            </a:pPr>
            <a:r>
              <a:t>Development &amp; version control: Git +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Core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The project demonstrates how fundamental programming concepts can solve a real application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64008" cy="1874519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Python network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3017520" cy="10972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• Collect permitted broker and market data</a:t>
            </a:r>
            <a:br/>
            <a:r>
              <a:t>• Normalize incoming information</a:t>
            </a:r>
            <a:br/>
            <a:r>
              <a:t>• Send structured records through TCP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64008" cy="1874519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C++ processing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59152"/>
            <a:ext cx="3017520" cy="10972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• Parse received records</a:t>
            </a:r>
            <a:br/>
            <a:r>
              <a:t>• Apply OOP-based classes and methods</a:t>
            </a:r>
            <a:br/>
            <a:r>
              <a:t>• Manage objects using pointers/dynamic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373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737360"/>
            <a:ext cx="64008" cy="1874519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38528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6233A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9152"/>
            <a:ext cx="3017520" cy="10972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• Linked List for chronological trades</a:t>
            </a:r>
            <a:br/>
            <a:r>
              <a:t>• BST for ticker-based lookup</a:t>
            </a:r>
            <a:br/>
            <a:r>
              <a:t>• Structured access to portfolio 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0965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Processing 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617720"/>
            <a:ext cx="15544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4773168"/>
            <a:ext cx="1444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04748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Broker / market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14600" y="4617720"/>
            <a:ext cx="15544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9464" y="4773168"/>
            <a:ext cx="1444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8608" y="504748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Python normalization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34840" y="4617720"/>
            <a:ext cx="15544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9703" y="4773168"/>
            <a:ext cx="1444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Transfer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504748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TCP socket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4617720"/>
            <a:ext cx="15544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9944" y="4773168"/>
            <a:ext cx="1444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504748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C++ parser + OOP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4617720"/>
            <a:ext cx="15544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0184" y="4773168"/>
            <a:ext cx="1444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Organize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504748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Linked List + BST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95560" y="4617720"/>
            <a:ext cx="141732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50424" y="4773168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59568" y="5047488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6E7A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85416" y="5074920"/>
            <a:ext cx="292608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105656" y="5074920"/>
            <a:ext cx="292608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025896" y="5074920"/>
            <a:ext cx="292608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46136" y="5074920"/>
            <a:ext cx="292608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66376" y="5074920"/>
            <a:ext cx="292608" cy="0"/>
          </a:xfrm>
          <a:prstGeom prst="line">
            <a:avLst/>
          </a:prstGeom>
          <a:ln w="20320">
            <a:solidFill>
              <a:srgbClr val="2B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APPLICATION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What the final application will provide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A responsive web application/dashboard will present the processed information in a practical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669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286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Portfolio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1417320" cy="841248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578608"/>
            <a:ext cx="11887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Invested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816352"/>
            <a:ext cx="1188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6233A"/>
                </a:solidFill>
                <a:latin typeface="Aptos"/>
              </a:defRPr>
            </a:pPr>
            <a:r>
              <a:t>₹4.82L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8" y="2423160"/>
            <a:ext cx="1417320" cy="841248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578608"/>
            <a:ext cx="11887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816352"/>
            <a:ext cx="1188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6233A"/>
                </a:solidFill>
                <a:latin typeface="Aptos"/>
              </a:defRPr>
            </a:pPr>
            <a:r>
              <a:t>₹5.31L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2423160"/>
            <a:ext cx="1417320" cy="841248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2578608"/>
            <a:ext cx="11887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P/L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816352"/>
            <a:ext cx="1188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2F7A52"/>
                </a:solidFill>
                <a:latin typeface="Aptos"/>
              </a:defRPr>
            </a:pPr>
            <a:r>
              <a:t>+₹48.7K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A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66160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A"/>
                </a:solidFill>
                <a:latin typeface="Aptos"/>
              </a:defRPr>
            </a:pPr>
            <a:r>
              <a:t>Qty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566160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A"/>
                </a:solidFill>
                <a:latin typeface="Aptos"/>
              </a:defRPr>
            </a:pPr>
            <a:r>
              <a:t>Invested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566160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A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566160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A"/>
                </a:solidFill>
                <a:latin typeface="Aptos"/>
              </a:defRPr>
            </a:pPr>
            <a:r>
              <a:t>P/L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RELIANCE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7763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97763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₹52K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397763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₹57K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97763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2F7A52"/>
                </a:solidFill>
                <a:latin typeface="Aptos"/>
              </a:defRPr>
            </a:pPr>
            <a:r>
              <a:t>+₹5K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8055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TCS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48055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48055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₹34K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448055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₹36K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48055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2F7A52"/>
                </a:solidFill>
                <a:latin typeface="Aptos"/>
              </a:defRPr>
            </a:pPr>
            <a:r>
              <a:t>+₹2K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98347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INFY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8347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98347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₹24K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498347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28303A"/>
                </a:solidFill>
                <a:latin typeface="Aptos"/>
              </a:defRPr>
            </a:pPr>
            <a:r>
              <a:t>₹22K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983479"/>
            <a:ext cx="868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B04444"/>
                </a:solidFill>
                <a:latin typeface="Aptos"/>
              </a:defRPr>
            </a:pPr>
            <a:r>
              <a:t>-₹2K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Key 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240280"/>
            <a:ext cx="4572000" cy="3383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Unified portfolio dashboard for multiple brokers.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Broker-wise holdings and portfolio comparison.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Stock quantity, invested value, current value and P/L.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Trade history with structured records.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Market prices and relevant stock news.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Basic one-year estimated value based on recent performance.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28303A"/>
                </a:solidFill>
                <a:latin typeface="Aptos"/>
              </a:defRPr>
            </a:pPr>
            <a:r>
              <a:t>• Working Python–C++ communication through TCP sockets.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897880"/>
            <a:ext cx="4480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646E7A"/>
                </a:solidFill>
                <a:latin typeface="Aptos"/>
              </a:defRPr>
            </a:pPr>
            <a:r>
              <a:t>Academic prototype — no automatic buy/sell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A"/>
                </a:solidFill>
                <a:latin typeface="Aptos"/>
              </a:defRPr>
            </a:pPr>
            <a:r>
              <a:t>ROADMAP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6E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33A"/>
                </a:solidFill>
                <a:latin typeface="Aptos Display"/>
              </a:defRPr>
            </a:pPr>
            <a:r>
              <a:t>Development roadmap &amp;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618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The implementation is divided into clear stages so that each module can be developed and tested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Broker, market and news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68879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79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Network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Python collection + TCP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C++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Parser, OOP classes and memory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Linked List + BST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8092440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Portfolio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Value, P/L and broker 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1737360"/>
            <a:ext cx="347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9966960" y="1700784"/>
            <a:ext cx="347472" cy="347472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1760220"/>
            <a:ext cx="34747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1709928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6233A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2084831"/>
            <a:ext cx="1298448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A"/>
                </a:solidFill>
                <a:latin typeface="Aptos"/>
              </a:defRPr>
            </a:pPr>
            <a:r>
              <a:t>Dashboard, integration and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70332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Singh, Uday Raj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70332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A"/>
                </a:solidFill>
                <a:latin typeface="Aptos"/>
              </a:defRPr>
            </a:pPr>
            <a:r>
              <a:t>2510010552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3703320"/>
            <a:ext cx="2560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udofficial789@gmail.com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38912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Jalal, Soumy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438912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A"/>
                </a:solidFill>
                <a:latin typeface="Aptos"/>
              </a:defRPr>
            </a:pPr>
            <a:r>
              <a:t>2510370148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389120"/>
            <a:ext cx="2560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soumyj12@gmail.com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07492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Jain, Saksham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074920"/>
            <a:ext cx="13258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A"/>
                </a:solidFill>
                <a:latin typeface="Aptos"/>
              </a:defRPr>
            </a:pPr>
            <a:r>
              <a:t>2510370127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5074920"/>
            <a:ext cx="2560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0">
                <a:solidFill>
                  <a:srgbClr val="646E7A"/>
                </a:solidFill>
                <a:latin typeface="Aptos"/>
              </a:defRPr>
            </a:pPr>
            <a:r>
              <a:t>saksham82730@gmail.com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3246120"/>
            <a:ext cx="4389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6233A"/>
                </a:solidFill>
                <a:latin typeface="Aptos"/>
              </a:defRPr>
            </a:pPr>
            <a:r>
              <a:t>Closing 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749039"/>
            <a:ext cx="429768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The project brings together networking, C++, Python, data structures and a modern web interface to create a practical cross-broker portfolio view.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60" y="5257800"/>
            <a:ext cx="4297680" cy="71323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5468112"/>
            <a:ext cx="40233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1">
                <a:solidFill>
                  <a:srgbClr val="2B5B8C"/>
                </a:solidFill>
                <a:latin typeface="Aptos"/>
              </a:defRPr>
            </a:pPr>
            <a:r>
              <a:t>Cross-Broker Real-Time Portfolio Aggregation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